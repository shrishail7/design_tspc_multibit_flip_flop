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85135-28D0-3CE3-16E5-74E1AF08E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A9E8CB-73C2-1885-1F08-0166673E8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B057-AB04-4D5E-A6C7-767C10E78E85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9A7D19-D2FB-40B2-C7D8-D9D7FD752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E10E1-1CF4-6F04-006E-DEC4743CD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E4E1-1EAC-4FB2-8E07-C0EF703CE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506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A3111-96FC-F622-8316-AD99CEE5D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557E5-CE70-D002-DF7B-EAC0EBAAC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DD390-66A5-C052-6DBF-4BE7E8CE51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4AB057-AB04-4D5E-A6C7-767C10E78E85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7E52B-3F16-6435-4C2C-774B15FB27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A6843-D054-9197-42AB-46B3AD668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8E4E1-1EAC-4FB2-8E07-C0EF703CE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53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14387BE-E6AB-6E3A-04A9-8857EE19E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C188FC-9C74-4711-9F81-309FAEE2395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076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874C5C3-81CA-9363-B8CC-66684DF72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>
                <a:solidFill>
                  <a:srgbClr val="3EAD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Schematic + Sizing</a:t>
            </a:r>
            <a:endParaRPr lang="en-IN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90FE80-3519-7285-245A-7514D88BFFE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040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E340BA2-9030-00A3-F53E-65D573E82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>
                <a:solidFill>
                  <a:srgbClr val="3EADA7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Design Specifications &amp; Stimuli 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BC6C37-410C-8AD4-30C6-6688362C1FB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97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2E4209B-7896-E53C-2CBE-D8F2F8DBF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>
                <a:solidFill>
                  <a:srgbClr val="3EAD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Layouts</a:t>
            </a:r>
            <a:endParaRPr lang="en-IN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B20AE3-33CF-DB9F-6AED-6D7BACEE831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13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D9852FF-0958-96FA-1897-1ABE76829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>
                <a:solidFill>
                  <a:srgbClr val="3EAD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Layouts</a:t>
            </a:r>
            <a:endParaRPr lang="en-IN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0CB175-7F03-A998-3401-0019CCD026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33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6407B3E-C52A-50C8-1725-179D9861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>
                <a:solidFill>
                  <a:srgbClr val="3EAD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DRC/LVS Reports</a:t>
            </a:r>
            <a:endParaRPr lang="en-IN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A9EF59-92A5-C7C9-DB15-57536A18BB5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722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06B8180-C491-80B5-C0C2-90976D7A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>
                <a:solidFill>
                  <a:srgbClr val="3EAD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 Time Pre Layout</a:t>
            </a:r>
            <a:endParaRPr lang="en-IN" sz="3000" dirty="0">
              <a:solidFill>
                <a:srgbClr val="3EADA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303129-D8AC-02F0-EB25-6CB33AA1673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872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D21AC00-4BF6-45D7-4C52-1B21CA64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>
                <a:solidFill>
                  <a:srgbClr val="3EAD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Hold Time Pre Layout </a:t>
            </a:r>
            <a:endParaRPr lang="en-IN" sz="3000" dirty="0">
              <a:solidFill>
                <a:srgbClr val="3EADA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E54EF8-9B40-041A-2045-A1C5CA61C6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621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D03995B-389E-503F-C366-571BE0B67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>
                <a:solidFill>
                  <a:srgbClr val="3EAD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 Time Post Layout </a:t>
            </a:r>
            <a:endParaRPr lang="en-IN" sz="3000" dirty="0">
              <a:solidFill>
                <a:srgbClr val="3EADA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8B99F9-1A0A-9323-ACB5-B3AF319580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87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640A02C-DD61-1ED2-F6B9-77F561535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>
                <a:solidFill>
                  <a:srgbClr val="3EAD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Hold Time Post Layout </a:t>
            </a:r>
            <a:endParaRPr lang="en-IN" sz="3000" dirty="0">
              <a:solidFill>
                <a:srgbClr val="3EADA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793F85-F882-347C-EBF6-E807E6D2AB9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995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9798CC9-236F-74BB-2AF5-FAF77635F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>
                <a:solidFill>
                  <a:srgbClr val="3EAD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 Results</a:t>
            </a:r>
            <a:endParaRPr lang="en-IN" sz="3000" dirty="0">
              <a:solidFill>
                <a:srgbClr val="3EADA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C07B9C-2E67-496F-508D-69F45FE15F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591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D619F5B-E8A6-88C8-CC96-CEB11C835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3EAD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Conclusion/Work Distribution/Future Work</a:t>
            </a:r>
            <a:endParaRPr lang="en-US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D7DE34-BD4E-726A-B4DD-597F701860F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136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On-screen Show (16:9)</PresentationFormat>
  <Paragraphs>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Schematic + Sizing</vt:lpstr>
      <vt:lpstr>Design Specifications &amp; Stimuli </vt:lpstr>
      <vt:lpstr>Layouts</vt:lpstr>
      <vt:lpstr>Layouts</vt:lpstr>
      <vt:lpstr>DRC/LVS Reports</vt:lpstr>
      <vt:lpstr>Setup Time Pre Layout</vt:lpstr>
      <vt:lpstr>Hold Time Pre Layout </vt:lpstr>
      <vt:lpstr>Setup Time Post Layout </vt:lpstr>
      <vt:lpstr>Hold Time Post Layout </vt:lpstr>
      <vt:lpstr>Simulation Results</vt:lpstr>
      <vt:lpstr>Conclusion/Work Distribution/Future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Anvesh Sharma</dc:creator>
  <cp:lastModifiedBy>Anvesh Sharma</cp:lastModifiedBy>
  <cp:revision>1</cp:revision>
  <dcterms:created xsi:type="dcterms:W3CDTF">2025-11-09T11:07:44Z</dcterms:created>
  <dcterms:modified xsi:type="dcterms:W3CDTF">2025-11-09T11:07:44Z</dcterms:modified>
</cp:coreProperties>
</file>